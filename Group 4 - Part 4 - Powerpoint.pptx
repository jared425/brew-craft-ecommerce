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Screenshot 2025-08-22 0909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 descr="Screenshot 2025-08-22 09093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-92710"/>
            <a:ext cx="12192000" cy="69500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 descr="Screenshot 2025-08-22 09095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 descr="Screenshot 2025-08-22 09120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635"/>
            <a:ext cx="12191365" cy="70973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 descr="Screenshot 2025-08-22 09122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279630" cy="71843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 descr="Screenshot 2025-08-22 09132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635" y="-635"/>
            <a:ext cx="12265025" cy="70789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Student</cp:lastModifiedBy>
  <cp:revision>2</cp:revision>
  <dcterms:created xsi:type="dcterms:W3CDTF">2025-08-22T08:35:03Z</dcterms:created>
  <dcterms:modified xsi:type="dcterms:W3CDTF">2025-08-22T08:37:04Z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28AE7A5580914D23863F4E81E994BBEB_11</vt:lpwstr>
  </property>
  <property fmtid="{D5CDD505-2E9C-101B-9397-08002B2CF9AE}" pid="3" name="KSOProductBuildVer">
    <vt:lpwstr>2057-12.2.0.21931</vt:lpwstr>
  </property>
</Properties>
</file>